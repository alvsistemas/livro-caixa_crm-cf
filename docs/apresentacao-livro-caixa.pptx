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3" name="Image 0" descr="/home/claude/materiais-v2/apresentacao/icon-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Livro-Caixa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da Equipe — versão atualizada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 vendas para qualquer negócio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— mover cliente ficou mais fácil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4" name="Image 0" descr="/home/claude/materiais-v2/apresentacao/icon-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73187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581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Arrastar, como sempre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947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 segure pela alcinha, solte na coluna certa.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8" name="Image 1" descr="/home/claude/materiais-v2/apresentacao/icon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287487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724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Novo: botão de mover rápido (⇄)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3090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 no botão ao lado da alcinha, escolhe a coluna na lista. Muito mais fácil em celular e tablet.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12" name="Image 2" descr="/home/claude/materiais-v2/apresentacao/icon-alv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01787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867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Comissão automática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4233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um cliente pra uma coluna "Ganho" já gera a comissão dele sozinho, usando a regra do produto ou serviço vendido.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Livro-Caixa — Guia de Treinamento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3" name="Image 0" descr="/home/claude/materiais-v2/apresentacao/icon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 — ações em massa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Novidade: marque vários clientes de uma vez (checkbox em cada linha, ou "selecionar todos") e aplique a mesma ação em todos, sem repetir um por um: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241D2E"/>
          </a:solidFill>
          <a:ln w="12700">
            <a:solidFill>
              <a:srgbClr val="3A304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pra outra coluna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241D2E"/>
          </a:solidFill>
          <a:ln w="12700">
            <a:solidFill>
              <a:srgbClr val="3A3048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uma etiqueta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65760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241D2E"/>
          </a:solidFill>
          <a:ln w="12700">
            <a:solidFill>
              <a:srgbClr val="3A30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3657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Arquivar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34340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241D2E"/>
          </a:solidFill>
          <a:ln w="12700">
            <a:solidFill>
              <a:srgbClr val="3A3048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822960" y="4343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Conversas — agora é uma caixa de entrada de verdade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5" name="Image 0" descr="/home/claude/materiais-v2/apresentacao/icon-bus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Esquerda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1089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conversas, com busca por nome ou telefone.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15544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709160" y="18745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10" name="Image 1" descr="/home/claude/materiais-v2/apresentacao/icon-whats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79" y="20281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31089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chat da conversa — atualiza sozinho a cada poucos segundos.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0" y="15544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549640" y="18745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15" name="Image 2" descr="/home/claude/materiais-v2/apresentacao/icon-gra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259" y="20281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4964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Direita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549640" y="31089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telefone, valor e qualificação do cliente, editáveis ali mesmo — mais as automações daquela etapa.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19" name="Image 3" descr="/home/claude/materiais-v2/apresentacao/icon-midi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505846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34440" y="4937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Novidade: fotos, áudios e documentos que o cliente manda já aparecem direto na conversa — nada mais se perde.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Livro-Caixa — Guia de Treinamento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do WhatsApp, num lugar só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botões no topo de Conversas abrem essas telas por cima, sem precisar navegar pra outra aba: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241D2E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28600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6" name="Image 0" descr="/home/claude/materiais-v2/apresentacao/icon-ra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505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Automações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033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automáticas por coluna. Dá pra "Executar agora" numa automação específica, direto de dentro dos detalhes de um cliente.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241D2E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709160" y="228600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11" name="Image 1" descr="/home/claude/materiais-v2/apresentacao/icon-dispa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4505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7033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a mesma mensagem (ou um modelo aprovado) pra vários clientes de uma vez.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241D2E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549640" y="228600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16" name="Image 2" descr="/home/claude/materiais-v2/apresentacao/icon-calendar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4505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4964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Mensagem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549640" y="37033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uma mensagem pra sair numa data e hora específica.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Comissões — regras do seu jeito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686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regra por produto ou serviço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parcelas e percentual sobre o valor da venda na engrenagem (⚙)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19141F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4652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Padrão já pronta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423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do valor da venda numa parcela só — pode editar ou excluir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usada é sempre a escolhida no campo "Produto / serviço" do cliente, no Pipeline.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Livro-Caixa — Guia de Treinamento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 — tudo do time, numa aba só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4" name="Image 0" descr="/home/claude/materiais-v2/apresentacao/icon-equ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73187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581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da equipe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947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único, visível pra todo mundo.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8" name="Image 1" descr="/home/claude/materiais-v2/apresentacao/icon-whats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287487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724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individual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3090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nome de um colega (na lista à esquerda) pra abrir uma conversa privada só entre vocês dois.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12" name="Image 2" descr="/home/claude/materiais-v2/apresentacao/icon-alv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01787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867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Supervisão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4233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pra quem é supervisor — convite, membros, ranking (supervisor destacado à parte) e desempenho detalhado.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Livro-Caixa — Guia de Treinamento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3" name="Image 0" descr="/home/claude/materiais-v2/apresentacao/icon-calend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Agenda/Tarefas — agora é um calendário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960120" y="1691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mensal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057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 suas tarefas do CRM com os compromissos do seu Google Agenda principal — não só os que a gente cria.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60120" y="2834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por hora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200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num dia pra ver de 00h a 23h, igual o Google Agenda. Clicar num horário vazio já abre "Nova tarefa" com aquele dia e hora prontos.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02336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960120" y="3977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com horário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343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 "Hora" é opcional — sem ele, a tarefa aparece separada, em "Sem horário definido".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Relatórios — agora com histórico de 12 meses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4" name="Image 0" descr="/home/claude/materiais-v2/apresentacao/icon-graf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1907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só mostrava o mês atual.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2103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dá pra ver a evolução do valor ganho mês a mês, num período de 12 meses — ajuda a enxergar tendência, não só a foto do momento.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Livro-Caixa — Guia de Treinamento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e segurança dos seus dados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5" name="Image 0" descr="/home/claude/materiais-v2/apresentacao/icon-ba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18724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completo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4747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Configurações → Sobre, baixe um arquivo com todos os seus clientes, tarefas, comissões e mensagens — guarde num lugar seguro de tempos em tempos.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64592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92240" y="201168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10" name="Image 1" descr="/home/claude/materiais-v2/apresentacao/icon-escu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5" y="218724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92240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senha, protegidos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34747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senha ficam escondidos até você clicar em "Alterar" — abre um passo separado só pra isso, evitando edição sem querer.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Livro-Caixa — Guia de Treinamento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3" name="Image 0" descr="/home/claude/materiais-v2/apresentacao/icon-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Deixe o menu do seu jeito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 do menu lateral, o botão "Reordenar abas" deixa você escolher a ordem que as páginas aparecem — usa as setinhas pra cima/baixo, e "Restaurar padrão" se quiser voltar como estava.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3" name="Image 0" descr="/home/claude/materiais-v2/apresentacao/icon-cel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 no bolso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606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Livro-Caixa pode ser instalado como app no celular ou computador — "Adicionar à tela inicial" no navegador do celular, ou o ícone de instalar na barra de endereço do Chrome/Edge.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3749040"/>
            <a:ext cx="7772400" cy="0"/>
          </a:xfrm>
          <a:prstGeom prst="line">
            <a:avLst/>
          </a:prstGeom>
          <a:noFill/>
          <a:ln w="12700">
            <a:solidFill>
              <a:srgbClr val="3A304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pedir ajuda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Chat da equipe — fale com o time direto pelo painel (aba Equipe)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864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Suporte — respostas pras dúvidas mais comuns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2486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Guia Rápido de Uso — documento com o passo a passo de cada tarefa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63270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Seu supervisor — ajuda com acesso e configurações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6172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 trabalho e boas vendas!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2026-09-07T02:43:55Z</dcterms:created>
  <dcterms:modified xsi:type="dcterms:W3CDTF">2026-09-07T02:43:55Z</dcterms:modified>
</cp:coreProperties>
</file>